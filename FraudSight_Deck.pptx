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463040"/>
            <a:ext cx="10881360" cy="1280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5400" b="1">
                <a:solidFill>
                  <a:srgbClr val="0F1E3D"/>
                </a:solidFill>
              </a:rPr>
              <a:t>FraudSight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65176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2400" b="0">
                <a:solidFill>
                  <a:srgbClr val="5B6478"/>
                </a:solidFill>
              </a:rPr>
              <a:t>One graph for money and the people who touch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840480"/>
            <a:ext cx="10881360" cy="1463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563EB"/>
                </a:solidFill>
              </a:rPr>
              <a:t>Financial crime + insider-risk intelligence  |  Explainable by design  |  Tested adversarially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120640"/>
            <a:ext cx="10881360" cy="5486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478"/>
                </a:solidFill>
              </a:rPr>
              <a:t>github.com/Priyanshaur/fraudsight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0881360" cy="10972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</a:rP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68680"/>
            <a:ext cx="108813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E3D"/>
                </a:solidFill>
              </a:rPr>
              <a:t>Two screens. Zero shared vision.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5486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B6478"/>
                </a:solidFill>
              </a:rPr>
              <a:t>Fraud teams watch money. HR watches access. Insider crime lives in the gap.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3474720" cy="201168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E3D"/>
                </a:solidFill>
              </a:rPr>
              <a:t>Money team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Transfers, amounts, destinations.
Never sees WHO touched what.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651760"/>
            <a:ext cx="3474720" cy="201168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E3D"/>
                </a:solidFill>
              </a:rPr>
              <a:t>Access team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Logins, grants, roles.
Never sees WHERE money went.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651760"/>
            <a:ext cx="3291840" cy="20116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C2626"/>
                </a:solidFill>
              </a:rPr>
              <a:t>•  PNB, 2018: ~$2B via misused SWIFT access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•  Most large bank frauds involve insider collusion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F1E3D"/>
                </a:solidFill>
              </a:rPr>
              <a:t>•  Employees need no passwords — only their own back-office keys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0881360" cy="10972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</a:rPr>
              <a:t>THE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68680"/>
            <a:ext cx="108813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E3D"/>
                </a:solidFill>
              </a:rPr>
              <a:t>Fuse both worlds. Detect. Explain. 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926080"/>
            <a:ext cx="1828800" cy="164592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F1E3D"/>
                </a:solidFill>
              </a:rPr>
              <a:t>ACCESS
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3291840"/>
            <a:ext cx="457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563EB"/>
                </a:solidFill>
              </a:rP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926080"/>
            <a:ext cx="1828800" cy="164592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F1E3D"/>
                </a:solidFill>
              </a:rPr>
              <a:t>MONEY
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291840"/>
            <a:ext cx="457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563EB"/>
                </a:solidFill>
              </a:rPr>
              <a:t>=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2926080"/>
            <a:ext cx="1828800" cy="164592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F1E3D"/>
                </a:solidFill>
              </a:rPr>
              <a:t>FUSION
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291840"/>
            <a:ext cx="457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563EB"/>
                </a:solidFill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2926080"/>
            <a:ext cx="1828800" cy="164592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F1E3D"/>
                </a:solidFill>
              </a:rPr>
              <a:t>ALERTS WITH
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0881360" cy="10972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</a:rPr>
              <a:t>DETECTION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68680"/>
            <a:ext cx="108813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E3D"/>
                </a:solidFill>
              </a:rPr>
              <a:t>Four graph detectors. Graduated confidence. No black box.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60320"/>
            <a:ext cx="10881360" cy="7772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E3D"/>
                </a:solidFill>
              </a:rPr>
              <a:t>Circular transfer   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Money looping A&gt;B&gt;C&gt;A (layering)   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63EB"/>
                </a:solidFill>
              </a:rPr>
              <a:t>DFS cycles, &lt;=5 nodes, 72h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29000"/>
            <a:ext cx="10881360" cy="7772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E3D"/>
                </a:solidFill>
              </a:rPr>
              <a:t>Structuring   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Splits under reporting threshold   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63EB"/>
                </a:solidFill>
              </a:rPr>
              <a:t>&gt;=3 parts, 48h window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97680"/>
            <a:ext cx="10881360" cy="7772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E3D"/>
                </a:solidFill>
              </a:rPr>
              <a:t>Access anomaly   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Access change, then money moves   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63EB"/>
                </a:solidFill>
              </a:rPr>
              <a:t>Escalation gap &lt;=72h high / 120h 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166360"/>
            <a:ext cx="10881360" cy="7772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E3D"/>
                </a:solidFill>
              </a:rPr>
              <a:t>Hub shift   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Sudden fan-out   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563EB"/>
                </a:solidFill>
              </a:rPr>
              <a:t>6+ counterparties / 7d, stricter extended bar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0881360" cy="10972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</a:rPr>
              <a:t>EXPLAINABILITY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68680"/>
            <a:ext cx="108813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E3D"/>
                </a:solidFill>
              </a:rPr>
              <a:t>Four mechanisms. The risk level defends itself.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5303520" cy="146304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E3D"/>
                </a:solidFill>
              </a:rPr>
              <a:t>Evidence subgraph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478"/>
                </a:solidFill>
              </a:rPr>
              <a:t>Exact nodes + edges per alert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651760"/>
            <a:ext cx="5303520" cy="146304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E3D"/>
                </a:solidFill>
              </a:rPr>
              <a:t>Story + facts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478"/>
                </a:solidFill>
              </a:rPr>
              <a:t>Plain narrative, entity-cited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9120"/>
            <a:ext cx="5303520" cy="146304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E3D"/>
                </a:solidFill>
              </a:rPr>
              <a:t>Why-this-level box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478"/>
                </a:solidFill>
              </a:rPr>
              <a:t>Counterfactual: what would change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5303520" cy="146304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E3D"/>
                </a:solidFill>
              </a:rPr>
              <a:t>Per-detector highlight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478"/>
                </a:solidFill>
              </a:rPr>
              <a:t>Fade everything a detector didn't fire 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0881360" cy="10972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</a:rPr>
              <a:t>LIVE PROOF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68680"/>
            <a:ext cx="108813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E3D"/>
                </a:solidFill>
              </a:rPr>
              <a:t>Attack us. Watch the replay. Check our math.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5303520" cy="310896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1E3D"/>
                </a:solidFill>
              </a:rPr>
              <a:t>Red-team simulator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Inject circular / structuring / escalation live. Detection in seconds, then a step-by-step attack replay reconstructed from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651760"/>
            <a:ext cx="5303520" cy="310896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1E3D"/>
                </a:solidFill>
              </a:rPr>
              <a:t>Honest numbers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A34A"/>
                </a:solidFill>
              </a:rPr>
              <a:t>Known-pattern accuracy 98.8%  |  FPR ~1.2%  |  Recall 100%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Adversarial stress test: 72% caught, misses documented-correct. Two numbers, because one would be lying.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0881360" cy="10972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</a:rPr>
              <a:t>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68680"/>
            <a:ext cx="108813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E3D"/>
                </a:solidFill>
              </a:rPr>
              <a:t>Alert to verdict in one product.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1828800" cy="118872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E3D"/>
                </a:solidFill>
              </a:rPr>
              <a:t>Alert 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3108960"/>
            <a:ext cx="1828800" cy="118872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E3D"/>
                </a:solidFill>
              </a:rPr>
              <a:t>Evidence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3108960"/>
            <a:ext cx="1828800" cy="118872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E3D"/>
                </a:solidFill>
              </a:rPr>
              <a:t>Case + export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3108960"/>
            <a:ext cx="1828800" cy="1188720"/>
          </a:xfrm>
          <a:prstGeom prst="round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E3D"/>
                </a:solidFill>
              </a:rPr>
              <a:t>Guilty verdict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3108960"/>
            <a:ext cx="1828800" cy="1188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Watchlist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0881360" cy="10972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</a:rPr>
              <a:t>WHY THIS 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68680"/>
            <a:ext cx="108813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E3D"/>
                </a:solidFill>
              </a:rPr>
              <a:t>Six differentiators.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10881360" cy="34747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E3D"/>
                </a:solidFill>
              </a:rPr>
              <a:t>•  Fusion is the product: access-then-transfer is uncomputable without both datasets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B6478"/>
                </a:solidFill>
              </a:rPr>
              <a:t>•  Explainability as architecture: evidence, counterfactuals, confidence, narratives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E3D"/>
                </a:solidFill>
              </a:rPr>
              <a:t>•  Adversarial honesty: stress test attacks outside tuned parameters, misses documented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B6478"/>
                </a:solidFill>
              </a:rPr>
              <a:t>•  Two-sided workflow collapsed to verdicts: Linked People card to Watchlist in 3 clicks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E3D"/>
                </a:solidFill>
              </a:rPr>
              <a:t>•  Live provability: red-team injection + attack replay, judges attack it themselves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5B6478"/>
                </a:solidFill>
              </a:rPr>
              <a:t>•  Offline, self-contained, deployable-shaped: vendored libs, in-perimeter 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0881360" cy="10972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</a:rPr>
              <a:t>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68680"/>
            <a:ext cx="108813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E3D"/>
                </a:solidFill>
              </a:rPr>
              <a:t>Core live today. Five directions next.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</a:rPr>
              <a:t>Real-time scoring  —  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Alert before settlement, not after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2900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</a:rPr>
              <a:t>Real connectors  —  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CBS feeds, AD/IAM, HRIS; in-perimeter deploy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</a:rPr>
              <a:t>Hybrid intelligence  —  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Rules stay auditable; anomaly scoring on 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83479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</a:rPr>
              <a:t>Compliance finish line  —  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SAR drafts, filing timers, collaboration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60719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</a:rPr>
              <a:t>Scale  —  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478"/>
                </a:solidFill>
              </a:rPr>
              <a:t>Distributed graph, parallel detectors, health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011680"/>
            <a:ext cx="10881360" cy="10972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0F1E3D"/>
                </a:solidFill>
              </a:rPr>
              <a:t>Transparent by design. Tested adversarially. Traceable to evidence.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347472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B6478"/>
                </a:solidFill>
              </a:rPr>
              <a:t>Stack: Python + FastAPI + NetworkX  |  Single-file offline frontend  |  No black boxes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754880"/>
            <a:ext cx="10881360" cy="7315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563EB"/>
                </a:solidFill>
              </a:rPr>
              <a:t>github.com/Priyanshaur/fraudsight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